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23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6257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282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3716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153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008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732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006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67053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0813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6617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552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994202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2909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1393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8118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0908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8935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3/10/2026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08509036"/>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Industrial Human Resource Geo-Visualization</a:t>
            </a:r>
          </a:p>
        </p:txBody>
      </p:sp>
      <p:sp>
        <p:nvSpPr>
          <p:cNvPr id="3" name="Content Placeholder 2"/>
          <p:cNvSpPr>
            <a:spLocks noGrp="1"/>
          </p:cNvSpPr>
          <p:nvPr>
            <p:ph idx="1"/>
          </p:nvPr>
        </p:nvSpPr>
        <p:spPr/>
        <p:txBody>
          <a:bodyPr/>
          <a:lstStyle/>
          <a:p>
            <a:r>
              <a:t>EDA, Visualization, NLP</a:t>
            </a:r>
          </a:p>
          <a:p>
            <a:r>
              <a:t>Data Science Project Presentation</a:t>
            </a:r>
          </a:p>
          <a:p>
            <a:r>
              <a:t>Author: Priyanka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a:r>
              <a:t>This project analyzes industrial workforce data and visualizes employee distribution across different geographic regions. It combines Exploratory Data Analysis (EDA), Geographic Visualization, and Natural Language Processing (NLP) to generate meaningful workforce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Organizations often struggle to understand workforce distribution across locations and departments. This project aims to visualize human resource data geographically and analyze patterns to support better HR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Objectives</a:t>
            </a:r>
          </a:p>
        </p:txBody>
      </p:sp>
      <p:sp>
        <p:nvSpPr>
          <p:cNvPr id="3" name="Content Placeholder 2"/>
          <p:cNvSpPr>
            <a:spLocks noGrp="1"/>
          </p:cNvSpPr>
          <p:nvPr>
            <p:ph idx="1"/>
          </p:nvPr>
        </p:nvSpPr>
        <p:spPr/>
        <p:txBody>
          <a:bodyPr/>
          <a:lstStyle/>
          <a:p>
            <a:r>
              <a:t>• Analyze industrial HR datasets</a:t>
            </a:r>
          </a:p>
          <a:p>
            <a:r>
              <a:t>• Perform Exploratory Data Analysis (EDA)</a:t>
            </a:r>
          </a:p>
          <a:p>
            <a:r>
              <a:t>• Visualize workforce distribution using geographic tools</a:t>
            </a:r>
          </a:p>
          <a:p>
            <a:r>
              <a:t>• Apply NLP for text-based HR insights</a:t>
            </a:r>
          </a:p>
          <a:p>
            <a:r>
              <a:t>• Build an interactive analytics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Description</a:t>
            </a:r>
          </a:p>
        </p:txBody>
      </p:sp>
      <p:sp>
        <p:nvSpPr>
          <p:cNvPr id="3" name="Content Placeholder 2"/>
          <p:cNvSpPr>
            <a:spLocks noGrp="1"/>
          </p:cNvSpPr>
          <p:nvPr>
            <p:ph idx="1"/>
          </p:nvPr>
        </p:nvSpPr>
        <p:spPr/>
        <p:txBody>
          <a:bodyPr/>
          <a:lstStyle/>
          <a:p>
            <a:r>
              <a:t>The dataset includes information such as:</a:t>
            </a:r>
          </a:p>
          <a:p>
            <a:r>
              <a:t>• Employee Location</a:t>
            </a:r>
          </a:p>
          <a:p>
            <a:r>
              <a:t>• Department</a:t>
            </a:r>
          </a:p>
          <a:p>
            <a:r>
              <a:t>• Industry Type</a:t>
            </a:r>
          </a:p>
          <a:p>
            <a:r>
              <a:t>• Employee Reviews or Comments</a:t>
            </a:r>
          </a:p>
          <a:p>
            <a:r>
              <a:t>• Workforce Distribution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Exploratory Data Analysis (EDA)</a:t>
            </a:r>
          </a:p>
        </p:txBody>
      </p:sp>
      <p:sp>
        <p:nvSpPr>
          <p:cNvPr id="3" name="Content Placeholder 2"/>
          <p:cNvSpPr>
            <a:spLocks noGrp="1"/>
          </p:cNvSpPr>
          <p:nvPr>
            <p:ph idx="1"/>
          </p:nvPr>
        </p:nvSpPr>
        <p:spPr/>
        <p:txBody>
          <a:bodyPr/>
          <a:lstStyle/>
          <a:p>
            <a:r>
              <a:t>EDA helps understand the structure and patterns in HR data.</a:t>
            </a:r>
          </a:p>
          <a:p>
            <a:r>
              <a:t>Key steps:</a:t>
            </a:r>
          </a:p>
          <a:p>
            <a:r>
              <a:t>• Data cleaning</a:t>
            </a:r>
          </a:p>
          <a:p>
            <a:r>
              <a:t>• Handling missing values</a:t>
            </a:r>
          </a:p>
          <a:p>
            <a:r>
              <a:t>• Data transformation</a:t>
            </a:r>
          </a:p>
          <a:p>
            <a:r>
              <a:t>• Statistical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Visualization</a:t>
            </a:r>
          </a:p>
        </p:txBody>
      </p:sp>
      <p:sp>
        <p:nvSpPr>
          <p:cNvPr id="3" name="Content Placeholder 2"/>
          <p:cNvSpPr>
            <a:spLocks noGrp="1"/>
          </p:cNvSpPr>
          <p:nvPr>
            <p:ph idx="1"/>
          </p:nvPr>
        </p:nvSpPr>
        <p:spPr/>
        <p:txBody>
          <a:bodyPr/>
          <a:lstStyle/>
          <a:p>
            <a:r>
              <a:t>Visualization helps identify workforce patterns.</a:t>
            </a:r>
          </a:p>
          <a:p>
            <a:r>
              <a:t>Examples:</a:t>
            </a:r>
          </a:p>
          <a:p>
            <a:r>
              <a:t>• Geographic workforce distribution maps</a:t>
            </a:r>
          </a:p>
          <a:p>
            <a:r>
              <a:t>• Department-wise employee charts</a:t>
            </a:r>
          </a:p>
          <a:p>
            <a:r>
              <a:t>• Industry distribution graphs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NLP Application</a:t>
            </a:r>
          </a:p>
        </p:txBody>
      </p:sp>
      <p:sp>
        <p:nvSpPr>
          <p:cNvPr id="3" name="Content Placeholder 2"/>
          <p:cNvSpPr>
            <a:spLocks noGrp="1"/>
          </p:cNvSpPr>
          <p:nvPr>
            <p:ph idx="1"/>
          </p:nvPr>
        </p:nvSpPr>
        <p:spPr/>
        <p:txBody>
          <a:bodyPr/>
          <a:lstStyle/>
          <a:p>
            <a:r>
              <a:t>Natural Language Processing (NLP) is used to analyze text data such as employee feedback or reviews.</a:t>
            </a:r>
          </a:p>
          <a:p>
            <a:r>
              <a:t>Techniques used:</a:t>
            </a:r>
          </a:p>
          <a:p>
            <a:r>
              <a:t>• Text preprocessing</a:t>
            </a:r>
          </a:p>
          <a:p>
            <a:r>
              <a:t>• Sentiment analysis</a:t>
            </a:r>
          </a:p>
          <a:p>
            <a:r>
              <a:t>• Keyword extraction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Technologies Used</a:t>
            </a:r>
          </a:p>
        </p:txBody>
      </p:sp>
      <p:sp>
        <p:nvSpPr>
          <p:cNvPr id="3" name="Content Placeholder 2"/>
          <p:cNvSpPr>
            <a:spLocks noGrp="1"/>
          </p:cNvSpPr>
          <p:nvPr>
            <p:ph idx="1"/>
          </p:nvPr>
        </p:nvSpPr>
        <p:spPr/>
        <p:txBody>
          <a:bodyPr>
            <a:normAutofit/>
          </a:bodyPr>
          <a:lstStyle/>
          <a:p>
            <a:r>
              <a:t>• Python</a:t>
            </a:r>
          </a:p>
          <a:p>
            <a:r>
              <a:t>• Pandas</a:t>
            </a:r>
          </a:p>
          <a:p>
            <a:r>
              <a:t>• NumPy</a:t>
            </a:r>
          </a:p>
          <a:p>
            <a:r>
              <a:t>• Matplotlib / Seaborn</a:t>
            </a:r>
          </a:p>
          <a:p>
            <a:r>
              <a:t>• Plotly / Folium</a:t>
            </a:r>
          </a:p>
          <a:p>
            <a:r>
              <a:t>• NLP Libraries</a:t>
            </a:r>
          </a:p>
          <a:p>
            <a:r>
              <a:t>• Streamlit</a:t>
            </a:r>
          </a:p>
          <a:p>
            <a:r>
              <a:t>• GitHub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This project demonstrates how data science techniques like EDA, Visualization, and NLP can transform HR data into valuable insights for strategic workforce planning.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TotalTime>
  <Words>288</Words>
  <Application>Microsoft Office PowerPoint</Application>
  <PresentationFormat>On-screen Show (4:3)</PresentationFormat>
  <Paragraphs>51</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Century Gothic</vt:lpstr>
      <vt:lpstr>Wingdings 3</vt:lpstr>
      <vt:lpstr>Ion</vt:lpstr>
      <vt:lpstr>Industrial Human Resource Geo-Visualization</vt:lpstr>
      <vt:lpstr>Project Overview</vt:lpstr>
      <vt:lpstr>Problem Statement</vt:lpstr>
      <vt:lpstr>Project Objectives</vt:lpstr>
      <vt:lpstr>Dataset Description</vt:lpstr>
      <vt:lpstr>Exploratory Data Analysis (EDA)</vt:lpstr>
      <vt:lpstr>Visualization</vt:lpstr>
      <vt:lpstr>NLP Application</vt:lpstr>
      <vt:lpstr>Technologies Used</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GOKULRAJ N</dc:creator>
  <cp:keywords/>
  <dc:description>generated using python-pptx</dc:description>
  <cp:lastModifiedBy>GOKULRAJ N</cp:lastModifiedBy>
  <cp:revision>2</cp:revision>
  <dcterms:created xsi:type="dcterms:W3CDTF">2013-01-27T09:14:16Z</dcterms:created>
  <dcterms:modified xsi:type="dcterms:W3CDTF">2026-03-10T14:39:53Z</dcterms:modified>
  <cp:category/>
</cp:coreProperties>
</file>